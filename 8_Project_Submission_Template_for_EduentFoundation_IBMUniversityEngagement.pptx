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7190012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SUDIP PARAMANIK</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sudipparamanik71@gmail.com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7384424741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[AI  based Nutrition agent ]</a:t>
            </a:r>
            <a:endParaRPr lang="en-IN" sz="2400" b="1" dirty="0">
              <a:highlight>
                <a:srgbClr val="FFFF00"/>
              </a:highlight>
            </a:endParaRPr>
          </a:p>
        </p:txBody>
      </p:sp>
      <p:pic>
        <p:nvPicPr>
          <p:cNvPr id="3" name="Picture 2">
            <a:extLst>
              <a:ext uri="{FF2B5EF4-FFF2-40B4-BE49-F238E27FC236}">
                <a16:creationId xmlns:a16="http://schemas.microsoft.com/office/drawing/2014/main" id="{1AD71695-BB6B-C589-B100-4C81A56A614C}"/>
              </a:ext>
            </a:extLst>
          </p:cNvPr>
          <p:cNvPicPr>
            <a:picLocks noChangeAspect="1"/>
          </p:cNvPicPr>
          <p:nvPr/>
        </p:nvPicPr>
        <p:blipFill>
          <a:blip r:embed="rId3"/>
          <a:stretch>
            <a:fillRect/>
          </a:stretch>
        </p:blipFill>
        <p:spPr>
          <a:xfrm>
            <a:off x="4129547" y="3588773"/>
            <a:ext cx="875072" cy="117866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a:t>  Orchestrate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Orchestrate  + RAG + IBM Granite Models</a:t>
            </a:r>
          </a:p>
          <a:p>
            <a:pPr marL="285750" indent="-285750" fontAlgn="base">
              <a:buFont typeface="Arial" panose="020B0604020202020204" pitchFamily="34" charset="0"/>
              <a:buChar char="•"/>
            </a:pPr>
            <a:endParaRPr lang="en-IN" dirty="0"/>
          </a:p>
          <a:p>
            <a:pPr fontAlgn="base"/>
            <a:r>
              <a:rPr lang="en-IN" dirty="0"/>
              <a:t>I used Orchestrate</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IN" dirty="0"/>
              <a:t>Orchestrate</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IN" dirty="0"/>
              <a:t>Orchestrate</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a:t>Orchestrate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3500" b="1" i="0" u="none" strike="noStrike" cap="none" dirty="0">
                <a:solidFill>
                  <a:srgbClr val="051D3A"/>
                </a:solidFill>
                <a:latin typeface="Times New Roman"/>
                <a:ea typeface="Times New Roman"/>
                <a:cs typeface="Times New Roman"/>
                <a:sym typeface="Times New Roman"/>
              </a:rPr>
              <a:t> </a:t>
            </a:r>
            <a:r>
              <a:rPr lang="en-IN" sz="2400" b="1" dirty="0"/>
              <a:t>Orchestrate</a:t>
            </a:r>
            <a:r>
              <a:rPr lang="en-IN" dirty="0"/>
              <a:t> </a:t>
            </a:r>
            <a:r>
              <a:rPr lang="en-US" sz="2400" b="1" dirty="0">
                <a:sym typeface="Times New Roman"/>
              </a:rPr>
              <a:t>workflow -</a:t>
            </a:r>
            <a:endParaRPr sz="2400" b="1" dirty="0">
              <a:sym typeface="Times New Roman"/>
            </a:endParaRPr>
          </a:p>
        </p:txBody>
      </p:sp>
      <p:pic>
        <p:nvPicPr>
          <p:cNvPr id="5" name="Graphic 4">
            <a:extLst>
              <a:ext uri="{FF2B5EF4-FFF2-40B4-BE49-F238E27FC236}">
                <a16:creationId xmlns:a16="http://schemas.microsoft.com/office/drawing/2014/main" id="{D012F252-A64F-4548-4FD0-0F17FDB504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53032" y="845574"/>
            <a:ext cx="4788310" cy="584036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3" y="1153712"/>
            <a:ext cx="10167031"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GitHub URL –https://github.com/sudipparamanik/AI-based-Nutrition-agent/tree/main</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1242</TotalTime>
  <Words>1383</Words>
  <Application>Microsoft Office PowerPoint</Application>
  <PresentationFormat>Widescreen</PresentationFormat>
  <Paragraphs>127</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sudip paramanik</cp:lastModifiedBy>
  <cp:revision>23</cp:revision>
  <dcterms:created xsi:type="dcterms:W3CDTF">2025-07-08T05:06:56Z</dcterms:created>
  <dcterms:modified xsi:type="dcterms:W3CDTF">2026-06-03T05:21:13Z</dcterms:modified>
</cp:coreProperties>
</file>